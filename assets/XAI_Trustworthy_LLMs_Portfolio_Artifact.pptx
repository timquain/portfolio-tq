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2788920" cy="32004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Professional Portfolio Artifact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Explainable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2240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75569"/>
                </a:solidFill>
              </a:rPr>
              <a:t>Making LLM decisions understandable, measurable, and trustworthy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8096" y="3054096"/>
            <a:ext cx="475488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For GPT, Claude, Gemini, and LLaMA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12280" y="2606040"/>
            <a:ext cx="685800" cy="54864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2606040"/>
            <a:ext cx="1325880" cy="50292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Question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62672" y="2331720"/>
            <a:ext cx="1874520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LLM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9765792" y="2606040"/>
            <a:ext cx="685800" cy="548640"/>
          </a:xfrm>
          <a:prstGeom prst="chevron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97312" y="2468880"/>
            <a:ext cx="1234440" cy="777240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Trusted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8096" y="480060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172A"/>
                </a:solidFill>
              </a:rPr>
              <a:t>Good AI governance asks: “Can we explain it, test it, and monitor it?”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8096" y="59893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Prepared for a non-technical professional audience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Explainable AI &amp; Its Importance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XAI helps people understand what an AI system produced, why it may have produced it, and how much confidence to place in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0200"/>
            <a:ext cx="347472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Plain-language definition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Explainable AI makes model outputs understandable to users, auditors, and decision makers.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34840" y="1600200"/>
            <a:ext cx="347472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Why transparency matters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In healthcare, finance, and law, unclear AI decisions can create real harm.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83880" y="1600200"/>
            <a:ext cx="347472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</a:rPr>
              <a:t>Trust principle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A confident answer is not enough. Users need evidence, limits, and validation.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371600" y="4617720"/>
            <a:ext cx="94183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4069080"/>
            <a:ext cx="1097280" cy="109728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376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Explain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66360" y="4069080"/>
            <a:ext cx="1097280" cy="109728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5376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Validate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0" y="4069080"/>
            <a:ext cx="1097280" cy="1097280"/>
          </a:xfrm>
          <a:prstGeom prst="ellipse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5376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Monitor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31720" y="58704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Trustworthy AI is a process, not a single model feature.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Reference: NIST AI Risk Management Framework; GPT-4o System Card.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in Explaining Generative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LLM answers emerge from complex internal patterns, so explanations must be handled carefully.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246120" cy="1417320"/>
          </a:xfrm>
          <a:prstGeom prst="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Opacity &amp; complexity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No single neuron, rule, or data point fully explains the 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1508760"/>
            <a:ext cx="3246120" cy="1417320"/>
          </a:xfrm>
          <a:prstGeom prst="rect">
            <a:avLst/>
          </a:prstGeom>
          <a:solidFill>
            <a:srgbClr val="EDE9FE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Post-hoc explanations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The model may produce a plausible rationale after the output.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75320" y="1508760"/>
            <a:ext cx="3246120" cy="1417320"/>
          </a:xfrm>
          <a:prstGeom prst="rect">
            <a:avLst/>
          </a:prstGeom>
          <a:solidFill>
            <a:srgbClr val="FEE2E2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</a:rPr>
              <a:t>Data quality &amp; bias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Training data can contain noise, gaps, and social bias.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3246120" cy="1417320"/>
          </a:xfrm>
          <a:prstGeom prst="rect">
            <a:avLst/>
          </a:prstGeom>
          <a:solidFill>
            <a:srgbClr val="FFEDD5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</a:rPr>
              <a:t>Hallucinations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False claims can sound fluent and confident.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80560" y="3657600"/>
            <a:ext cx="3246120" cy="1417320"/>
          </a:xfrm>
          <a:prstGeom prst="rect">
            <a:avLst/>
          </a:prstGeom>
          <a:solidFill>
            <a:srgbClr val="CCFBF1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Audience gap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Technical explanations may not help real users make decisions.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75320" y="3657600"/>
            <a:ext cx="3246120" cy="1417320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</a:rPr>
              <a:t>Regulatory pressure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High-risk uses need documentation, audit trails, and accountability.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References: Anthropic interpretability research; Google DeepMind Gemma Scope; NIST AI RMF.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Solutions &amp; Techniques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Explainability is improving through a mix of internal interpretability, documentation, grounding, and safety testing.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92040" y="2450592"/>
            <a:ext cx="2423160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LLM Decision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429000" cy="1417320"/>
          </a:xfrm>
          <a:prstGeom prst="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Mechanistic interpretability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Sparse autoencoders, probes, and feature analysis inspect internal activations.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38160" y="1508760"/>
            <a:ext cx="3429000" cy="1417320"/>
          </a:xfrm>
          <a:prstGeom prst="rect">
            <a:avLst/>
          </a:prstGeom>
          <a:solidFill>
            <a:srgbClr val="EDE9FE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Model and system cards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Public reports document capabilities, limitations, evaluations, and safety mitigations.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3429000" cy="1417320"/>
          </a:xfrm>
          <a:prstGeom prst="rect">
            <a:avLst/>
          </a:prstGeom>
          <a:solidFill>
            <a:srgbClr val="CCFBF1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RAG and grounding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Answers can be linked to approved documents or citations for evidence tracing.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38160" y="3977640"/>
            <a:ext cx="3429000" cy="1417320"/>
          </a:xfrm>
          <a:prstGeom prst="rect">
            <a:avLst/>
          </a:prstGeom>
          <a:solidFill>
            <a:srgbClr val="FFEDD5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</a:rPr>
              <a:t>Red teaming and audits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Experts test jailbreaks, bias, harmful use, and edge cases before deployment.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References: Google Gemma Scope; Anthropic Natural Language Autoencoders; OpenAI and Meta system/model cards.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&amp; Performance Metrics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Metrics turn trust into evidence by testing the model before and after deployment.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19659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Test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71800" y="1591056"/>
            <a:ext cx="411480" cy="29260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508760"/>
            <a:ext cx="19659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Benchmarks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1591056"/>
            <a:ext cx="411480" cy="29260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08760"/>
            <a:ext cx="19659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Red teaming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49640" y="1591056"/>
            <a:ext cx="411480" cy="29260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89720" y="1508760"/>
            <a:ext cx="19659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Monitoring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2743200" cy="1143000"/>
          </a:xfrm>
          <a:prstGeom prst="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Correctness metrics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Accuracy, factuality, hallucination rate, expert review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2743200"/>
            <a:ext cx="2743200" cy="1143000"/>
          </a:xfrm>
          <a:prstGeom prst="rect">
            <a:avLst/>
          </a:prstGeom>
          <a:solidFill>
            <a:srgbClr val="FEE2E2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Safety metrics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Toxicity, jailbreak resistance, refusal quality, over-refusal rate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2743200" cy="1143000"/>
          </a:xfrm>
          <a:prstGeom prst="rect">
            <a:avLst/>
          </a:prstGeom>
          <a:solidFill>
            <a:srgbClr val="EDE9FE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Fairness metrics
</a:t>
            </a:r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Bias tests and performance comparisons across groups or contexts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64040" y="2743200"/>
            <a:ext cx="2331720" cy="1143000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Reliability metrics
</a:t>
            </a:r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Robustness, calibration, drift monitoring, human escalation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5074920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Key idea: explainability helps users understand the answer; validation tests whether the answer is reliable enough to use.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References: NIST AI RMF; OpenAI and Meta safety evaluation practices.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Efforts by Leading AI Organizations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Major AI organizations are improving transparency through documentation, interpretability tools, and safety evaluations.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4983480" cy="1371600"/>
          </a:xfrm>
          <a:prstGeom prst="rect">
            <a:avLst/>
          </a:prstGeom>
          <a:solidFill>
            <a:srgbClr val="DBEAFE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OpenAI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System cards, preparedness evaluations, safety mitigations, third-party assessments.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92240" y="1554480"/>
            <a:ext cx="4983480" cy="1371600"/>
          </a:xfrm>
          <a:prstGeom prst="rect">
            <a:avLst/>
          </a:prstGeom>
          <a:solidFill>
            <a:srgbClr val="EDE9FE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7C3AED"/>
                </a:solidFill>
              </a:rPr>
              <a:t>Anthropic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Sparse autoencoders, attribution graphs, natural language autoencoders, system cards.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4983480" cy="1371600"/>
          </a:xfrm>
          <a:prstGeom prst="rect">
            <a:avLst/>
          </a:prstGeom>
          <a:solidFill>
            <a:srgbClr val="CCFBF1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Google DeepMind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Gemma Scope uses SAEs and transcoders to inspect model layers and debug behavior.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3611880"/>
            <a:ext cx="4983480" cy="1371600"/>
          </a:xfrm>
          <a:prstGeom prst="rect">
            <a:avLst/>
          </a:prstGeom>
          <a:solidFill>
            <a:srgbClr val="FFEDD5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</a:rPr>
              <a:t>Meta
</a:t>
            </a:r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Llama model cards, responsible use guidance, red teaming, and benchmark reporting.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5532120"/>
            <a:ext cx="10012680" cy="566928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Common direction: inspect behavior, document limits, test risks, and monitor real-world deployment.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References: OpenAI GPT-4o System Card; Anthropic research; Google Gemma Scope; Meta Llama responsibility guidance.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The visual artifact connects three ideas: explainability, validation, and measurable performance.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516636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Summary
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This artifact shows that trustworthy generative AI requires more than fluent answers. LLMs need explanations that users can understand, validation that tests reliability, and metrics that reveal performance limits.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63640" y="1508760"/>
            <a:ext cx="516636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Design choices
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The slide design uses a decision-flow structure, color-coded sections, and short labels so non-technical viewers can quickly connect transparency, testing, and trust.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10652760" cy="1417320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Professional relevance
</a:t>
            </a:r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</a:rPr>
              <a:t>This artifact demonstrates responsible AI literacy, practical evaluation thinking, and the ability to translate technical AI concepts for workplace stakeholders.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Accompanying explanatory document contains full APA references.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Selected 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Sources used to support the portfolio artifact.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10607040" cy="4434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OpenAI. (2024). GPT-4o System Card.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OpenAI. (2025). GPT-5 System Card.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Anthropic. (2026). Natural Language Autoencoders: Turning Claude’s thoughts into text.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Google DeepMind. (2024). Gemma Scope: Helping the safety community shed light on the inner workings of language models.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Google AI for Developers. (2025). Gemma Scope documentation.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Meta AI. (2024). Our responsible approach to Meta AI and Meta Llama 3.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</a:rPr>
              <a:t>National Institute of Standards and Technology. (2023). AI Risk Management Framework.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Use the accompanying Word document for the explanatory paragraphs and complete context.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Indiana Wesleyan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 and Trustworthy LLMs</dc:title>
  <dc:subject>Explainable AI and trustworthy LLM validation</dc:subject>
  <dc:creator>Timothy Quainoo</dc:creator>
  <cp:lastModifiedBy>Timothy Quainoo</cp:lastModifiedBy>
  <cp:revision>1</cp:revision>
  <dcterms:created xsi:type="dcterms:W3CDTF">2026-06-08T03:44:47Z</dcterms:created>
  <dcterms:modified xsi:type="dcterms:W3CDTF">2026-06-08T03:44:47Z</dcterms:modified>
</cp:coreProperties>
</file>